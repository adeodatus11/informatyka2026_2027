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lnSpc>
        <a:spcPct val="100000"/>
      </a:lnSpc>
      <a:spcBef>
        <a:spcPts val="1000"/>
      </a:spcBef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500"/>
      </a:spcBef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3" name="Symbol zastępczy obrazu slajdu 2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4" name="Symbol zastępczy notatek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</p:spPr>
        <p:txBody>
          <a:bodyPr/>
          <a:lstStyle/>
          <a:p>
            <a:fld id="{0F1C4A7B-2A7E-4D5C-9E0B-1B2C3D4E5F60}" type="slidenum">
              <a:rPr lang="pl-PL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Notatki prelegenta widzisz tylko Ty (Widok prezentera: Alt+F5).</a:t>
            </a:r>
          </a:p>
          <a:p>
            <a:r>
              <a:rPr lang="pl-PL" dirty="0"/>
              <a:t>Zastąp ten tekst: jak się przedstawisz i dla kogo mówisz – 1 zdanie.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Zadaj pytanie z haka i odczekaj 3 sekundy. Dopiero potem podaj odpowiedź.</a:t>
            </a:r>
          </a:p>
          <a:p>
            <a:r>
              <a:rPr lang="pl-PL" dirty="0"/>
              <a:t>Tu wpisz odpowiedź na swoje pytanie (hasłem, nie zdaniem do czytania).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slajdzie 3 krótkie hasła. Szczegóły (np. imiona rodziców) zapisz tutaj, w notatkach.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Powiedz, dlaczego wyjechał i co znaczył dla niego Paryż. Na slajdzie zostaw tylko hasła.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Jeśli puszczasz nagranie: wystarczy 15–20 sekund. Sprawdź głośność przed pokazem.</a:t>
            </a:r>
          </a:p>
          <a:p>
            <a:r>
              <a:rPr lang="pl-PL" dirty="0"/>
              <a:t>Link to nie kopia – link wolno podać. Plik nagrania wstawiasz tylko z licencją, która na to pozwala.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Ciekawostkę opowiedz jak historię: kto, gdzie, co się stało. Sprawdź ją w dwóch źródłach.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Slajd opcjonalny. Jeśli zostaje – jedno hasło na każdy punkt, nie więcej niż trzy punkty.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Źródła pokaż przez 2–3 sekundy i powiedz: „Wszystkie grafiki mają podpisy”.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opin –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143000" y="1714500"/>
            <a:ext cx="9906000" cy="20955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pl-PL" dirty="0"/>
              <a:t>Tytuł prezentacji, np. Chopin w 5 minut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000500"/>
            <a:ext cx="9906000" cy="952500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pl-PL" dirty="0"/>
              <a:t>Imię i nazwisko · klasa · dla kogo jest ta prezentacja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opin – h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143000" y="1524000"/>
            <a:ext cx="9906000" cy="26670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pl-PL" dirty="0"/>
              <a:t>Hak: jedno pytanie albo jedna liczba, która zaciekawi odbiorcę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1143000" y="4476750"/>
            <a:ext cx="9906000" cy="857250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pl-PL" dirty="0"/>
              <a:t>Krótki dopisek (opcjonalnie) – możesz usunąć to pole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opin – 3 fak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sek akcentu"/>
          <p:cNvSpPr/>
          <p:nvPr userDrawn="1"/>
        </p:nvSpPr>
        <p:spPr>
          <a:xfrm>
            <a:off x="609600" y="1428750"/>
            <a:ext cx="1143000" cy="57150"/>
          </a:xfrm>
          <a:prstGeom prst="rect">
            <a:avLst/>
          </a:prstGeom>
          <a:solidFill>
            <a:srgbClr val="8C1C13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 dirty="0"/>
              <a:t>Życie w 3 faktach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pl-PL" dirty="0"/>
              <a:t>Fakt 1: gdzie i kiedy się urodził (krótko, bez zdań z podręcznika)</a:t>
            </a:r>
          </a:p>
          <a:p>
            <a:r>
              <a:rPr lang="pl-PL" dirty="0"/>
              <a:t>Fakt 2: kiedy wyjechał i dokąd</a:t>
            </a:r>
          </a:p>
          <a:p>
            <a:r>
              <a:rPr lang="pl-PL" dirty="0"/>
              <a:t>Fakt 3: kiedy i gdzie zmarł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hopin – dwa miejs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sek akcentu"/>
          <p:cNvSpPr/>
          <p:nvPr userDrawn="1"/>
        </p:nvSpPr>
        <p:spPr>
          <a:xfrm>
            <a:off x="609600" y="1428750"/>
            <a:ext cx="1143000" cy="57150"/>
          </a:xfrm>
          <a:prstGeom prst="rect">
            <a:avLst/>
          </a:prstGeom>
          <a:solidFill>
            <a:srgbClr val="8C1C13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 dirty="0"/>
              <a:t>Dwa miasta: Warszawa i Paryż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6096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dirty="0"/>
              <a:t>Warszawa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 hasCustomPrompt="1"/>
          </p:nvPr>
        </p:nvSpPr>
        <p:spPr>
          <a:xfrm>
            <a:off x="609600" y="2324100"/>
            <a:ext cx="5334000" cy="3771900"/>
          </a:xfrm>
        </p:spPr>
        <p:txBody>
          <a:bodyPr/>
          <a:lstStyle/>
          <a:p>
            <a:r>
              <a:rPr lang="pl-PL" dirty="0"/>
              <a:t>1–2 hasła: co tu robił?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 hasCustomPrompt="1"/>
          </p:nvPr>
        </p:nvSpPr>
        <p:spPr>
          <a:xfrm>
            <a:off x="62484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dirty="0"/>
              <a:t>Paryż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 hasCustomPrompt="1"/>
          </p:nvPr>
        </p:nvSpPr>
        <p:spPr>
          <a:xfrm>
            <a:off x="6248400" y="2324100"/>
            <a:ext cx="5334000" cy="3771900"/>
          </a:xfrm>
        </p:spPr>
        <p:txBody>
          <a:bodyPr/>
          <a:lstStyle/>
          <a:p>
            <a:r>
              <a:rPr lang="pl-PL" dirty="0"/>
              <a:t>1–2 hasła: co tu robił?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hopin – muzy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8200" y="457200"/>
            <a:ext cx="409575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dirty="0"/>
              <a:t>Posłuchaj: tytuł utworu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 hasCustomPrompt="1"/>
          </p:nvPr>
        </p:nvSpPr>
        <p:spPr>
          <a:xfrm>
            <a:off x="5334000" y="457200"/>
            <a:ext cx="6191250" cy="5715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pl-PL" dirty="0"/>
              <a:t>Opcjonalnie: kod QR do nagrania albo grafika z podpisem źródła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95500"/>
            <a:ext cx="4095750" cy="40767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pl-PL" dirty="0"/>
              <a:t>Utwór (np. mazurek, polonez, nokturn)</a:t>
            </a:r>
          </a:p>
          <a:p>
            <a:r>
              <a:rPr lang="pl-PL" dirty="0"/>
              <a:t>Wykonawca i źródło nagrania</a:t>
            </a:r>
          </a:p>
          <a:p>
            <a:r>
              <a:rPr lang="pl-PL" dirty="0"/>
              <a:t>Licencja nagrania albo sam link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hopin – ciekawos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8200" y="1714500"/>
            <a:ext cx="10515600" cy="238125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l-PL" dirty="0"/>
              <a:t>Ciekawostka w jednym zdaniu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8200" y="4286250"/>
            <a:ext cx="10515600" cy="104775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pl-PL" dirty="0"/>
              <a:t>Skąd to wiesz? (krótko: źródło)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opin – dziś (opcjonaln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sek akcentu"/>
          <p:cNvSpPr/>
          <p:nvPr userDrawn="1"/>
        </p:nvSpPr>
        <p:spPr>
          <a:xfrm>
            <a:off x="609600" y="1428750"/>
            <a:ext cx="1143000" cy="57150"/>
          </a:xfrm>
          <a:prstGeom prst="rect">
            <a:avLst/>
          </a:prstGeom>
          <a:solidFill>
            <a:srgbClr val="8C1C13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 dirty="0"/>
              <a:t>Chopin dziś (slajd opcjonalny)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pl-PL" dirty="0"/>
              <a:t>Np. Konkurs Chopinowski, lotnisko, ławeczki z muzyką</a:t>
            </a:r>
          </a:p>
          <a:p>
            <a:r>
              <a:rPr lang="pl-PL" dirty="0"/>
              <a:t>Masz już 7 slajdów? Usuń ten slajd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opin – źródł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sek akcentu"/>
          <p:cNvSpPr/>
          <p:nvPr userDrawn="1"/>
        </p:nvSpPr>
        <p:spPr>
          <a:xfrm>
            <a:off x="609600" y="1428750"/>
            <a:ext cx="1143000" cy="57150"/>
          </a:xfrm>
          <a:prstGeom prst="rect">
            <a:avLst/>
          </a:prstGeom>
          <a:solidFill>
            <a:srgbClr val="8C1C13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</a:lstStyle>
          <a:p>
            <a:r>
              <a:rPr lang="pl-PL" dirty="0"/>
              <a:t>Fakty: nazwa strony lub książki (np. teczka faktów z lekcji)</a:t>
            </a:r>
          </a:p>
          <a:p>
            <a:r>
              <a:rPr lang="pl-PL" dirty="0"/>
              <a:t>Grafika: tytuł – autor – źródło – licencja</a:t>
            </a:r>
          </a:p>
          <a:p>
            <a:r>
              <a:rPr lang="pl-PL" dirty="0"/>
              <a:t>Grafika z AI: „Grafika wygenerowana przez AI (narzędzie, data)”</a:t>
            </a:r>
          </a:p>
          <a:p>
            <a:r>
              <a:rPr lang="pl-PL" dirty="0"/>
              <a:t>Nagranie: wykonawca – źródło – licencja albo link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1714500"/>
            <a:ext cx="10515600" cy="238125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4286250"/>
            <a:ext cx="10515600" cy="104775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pl-PL" dirty="0"/>
              <a:t>Kliknij, aby edytować style wzorca tekstu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ie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609600" y="1619250"/>
            <a:ext cx="5334000" cy="44767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248400" y="1619250"/>
            <a:ext cx="5334000" cy="447675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b="1" dirty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324100"/>
            <a:ext cx="5334000" cy="377190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248400" y="1619250"/>
            <a:ext cx="5334000" cy="60960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r>
              <a:rPr lang="pl-PL" b="1" dirty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248400" y="2324100"/>
            <a:ext cx="5334000" cy="3771900"/>
          </a:xfrm>
        </p:spPr>
        <p:txBody>
          <a:bodyPr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Kliknij, aby edytować styl wzorca tytułu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409575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334000" y="457200"/>
            <a:ext cx="6191250" cy="5715000"/>
          </a:xfrm>
        </p:spPr>
        <p:txBody>
          <a:bodyPr/>
          <a:lstStyle>
            <a:lvl1pPr marL="0" indent="0">
              <a:buNone/>
              <a:defRPr sz="2800"/>
            </a:lvl1pPr>
          </a:lstStyle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8200" y="2095500"/>
            <a:ext cx="4095750" cy="407670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pl-PL" dirty="0"/>
              <a:t>Kliknij, aby edytować style wzorca tekstu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1047750"/>
          </a:xfrm>
        </p:spPr>
        <p:txBody>
          <a:bodyPr vert="horz" lIns="91440" tIns="45720" rIns="91440" bIns="45720" rtlCol="0" anchor="ctr"/>
          <a:lstStyle/>
          <a:p>
            <a:r>
              <a:rPr lang="pl-PL" dirty="0"/>
              <a:t>Kliknij, aby edytować styl wzorca tytułu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619250"/>
            <a:ext cx="10972800" cy="4476750"/>
          </a:xfrm>
        </p:spPr>
        <p:txBody>
          <a:bodyPr vert="horz" lIns="91440" tIns="45720" rIns="91440" bIns="45720" rtlCol="0"/>
          <a:lstStyle/>
          <a:p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09600" y="6324600"/>
            <a:ext cx="2857500" cy="361950"/>
          </a:xfr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00500" y="6324600"/>
            <a:ext cx="4191000" cy="361950"/>
          </a:xfr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724900" y="6324600"/>
            <a:ext cx="2857500" cy="361950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pl-PL"/>
              <a:t>‹#›</a:t>
            </a:fld>
            <a:endParaRPr lang="pl-PL"/>
          </a:p>
        </p:txBody>
      </p:sp>
      <p:sp>
        <p:nvSpPr>
          <p:cNvPr id="20" name="Klawisz 1"/>
          <p:cNvSpPr/>
          <p:nvPr userDrawn="1"/>
        </p:nvSpPr>
        <p:spPr>
          <a:xfrm>
            <a:off x="60960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1" name="Klawisz 2"/>
          <p:cNvSpPr/>
          <p:nvPr userDrawn="1"/>
        </p:nvSpPr>
        <p:spPr>
          <a:xfrm>
            <a:off x="89535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2" name="Klawisz 3"/>
          <p:cNvSpPr/>
          <p:nvPr userDrawn="1"/>
        </p:nvSpPr>
        <p:spPr>
          <a:xfrm>
            <a:off x="118110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3" name="Klawisz 4"/>
          <p:cNvSpPr/>
          <p:nvPr userDrawn="1"/>
        </p:nvSpPr>
        <p:spPr>
          <a:xfrm>
            <a:off x="146685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4" name="Klawisz 5"/>
          <p:cNvSpPr/>
          <p:nvPr userDrawn="1"/>
        </p:nvSpPr>
        <p:spPr>
          <a:xfrm>
            <a:off x="175260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5" name="Klawisz 6"/>
          <p:cNvSpPr/>
          <p:nvPr userDrawn="1"/>
        </p:nvSpPr>
        <p:spPr>
          <a:xfrm>
            <a:off x="203835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6" name="Klawisz 7"/>
          <p:cNvSpPr/>
          <p:nvPr userDrawn="1"/>
        </p:nvSpPr>
        <p:spPr>
          <a:xfrm>
            <a:off x="232410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27" name="Klawisz 8"/>
          <p:cNvSpPr/>
          <p:nvPr userDrawn="1"/>
        </p:nvSpPr>
        <p:spPr>
          <a:xfrm>
            <a:off x="2609850" y="6705600"/>
            <a:ext cx="209550" cy="13335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rtlCol="0" anchor="ctr"/>
          <a:lstStyle/>
          <a:p>
            <a:endParaRPr lang="pl-P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2pPr>
      <a:lvl3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3pPr>
      <a:lvl4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4pPr>
      <a:lvl5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5pPr>
      <a:lvl6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6pPr>
      <a:lvl7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7pPr>
      <a:lvl8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8pPr>
      <a:lvl9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9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indent="0" algn="l" defTabSz="914400" rtl="0" eaLnBrk="1" latinLnBrk="0" hangingPunct="1">
        <a:lnSpc>
          <a:spcPct val="100000"/>
        </a:lnSpc>
        <a:spcBef>
          <a:spcPts val="10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10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opin (lekcja 47)">
  <a:themeElements>
    <a:clrScheme name="Chopin (lekcja 47)">
      <a:dk1>
        <a:srgbClr val="1E2235"/>
      </a:dk1>
      <a:lt1>
        <a:srgbClr val="FFFFFF"/>
      </a:lt1>
      <a:dk2>
        <a:srgbClr val="1E2A4A"/>
      </a:dk2>
      <a:lt2>
        <a:srgbClr val="F7F2E8"/>
      </a:lt2>
      <a:accent1>
        <a:srgbClr val="8C1C13"/>
      </a:accent1>
      <a:accent2>
        <a:srgbClr val="1F4FA3"/>
      </a:accent2>
      <a:accent3>
        <a:srgbClr val="3C7A5A"/>
      </a:accent3>
      <a:accent4>
        <a:srgbClr val="B07D12"/>
      </a:accent4>
      <a:accent5>
        <a:srgbClr val="6B4E9B"/>
      </a:accent5>
      <a:accent6>
        <a:srgbClr val="4A5A6B"/>
      </a:accent6>
      <a:hlink>
        <a:srgbClr val="1F4FA3"/>
      </a:hlink>
      <a:folHlink>
        <a:srgbClr val="6B4E9B"/>
      </a:folHlink>
    </a:clrScheme>
    <a:fontScheme name="Chopin (lekcja 47)">
      <a:majorFont>
        <a:latin typeface="Georgia" panose="00000000000000000000"/>
        <a:ea typeface=""/>
        <a:cs typeface=""/>
      </a:majorFont>
      <a:minorFont>
        <a:latin typeface="Calibri" panose="00000000000000000000"/>
        <a:ea typeface=""/>
        <a:cs typeface=""/>
      </a:minorFont>
    </a:fontScheme>
    <a:fmtScheme name="Chopin (lekcja 47)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atki">
  <a:themeElements>
    <a:clrScheme name="Notatki">
      <a:dk1>
        <a:srgbClr val="000000"/>
      </a:dk1>
      <a:lt1>
        <a:srgbClr val="FFFFFF"/>
      </a:lt1>
      <a:dk2>
        <a:srgbClr val="1F2A44"/>
      </a:dk2>
      <a:lt2>
        <a:srgbClr val="EEF1F5"/>
      </a:lt2>
      <a:accent1>
        <a:srgbClr val="1F4FA3"/>
      </a:accent1>
      <a:accent2>
        <a:srgbClr val="C0504D"/>
      </a:accent2>
      <a:accent3>
        <a:srgbClr val="16A36A"/>
      </a:accent3>
      <a:accent4>
        <a:srgbClr val="8064A2"/>
      </a:accent4>
      <a:accent5>
        <a:srgbClr val="4BACC6"/>
      </a:accent5>
      <a:accent6>
        <a:srgbClr val="F79646"/>
      </a:accent6>
      <a:hlink>
        <a:srgbClr val="1F4FA3"/>
      </a:hlink>
      <a:folHlink>
        <a:srgbClr val="6B4E9B"/>
      </a:folHlink>
    </a:clrScheme>
    <a:fontScheme name="Notatki">
      <a:majorFont>
        <a:latin typeface="Calibri Light" panose="00000000000000000000"/>
        <a:ea typeface=""/>
        <a:cs typeface=""/>
      </a:majorFont>
      <a:minorFont>
        <a:latin typeface="Calibri" panose="00000000000000000000"/>
        <a:ea typeface=""/>
        <a:cs typeface=""/>
      </a:minorFont>
    </a:fontScheme>
    <a:fmtScheme name="Notatki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67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PresentationFormat>Panoramiczny</PresentationFormat>
  <Slides>8</Slides>
  <Notes>8</Notes>
  <Application>Informatyka praktycznie (generator PPTX)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Fryderyk Chopin – plik startowy projektu (lekcja 47)</dc:title>
  <dc:creator>Informatyka praktycznie – materiały lekcji</dc:creator>
  <dc:language>pl-PL</dc:language>
  <dcterms:created xsi:type="dcterms:W3CDTF">2026-10-16T12:00:00Z</dcterms:created>
  <dcterms:modified xsi:type="dcterms:W3CDTF">2026-10-16T12:00:00Z</dcterms:modified>
</cp:coreProperties>
</file>